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Fine-tuned YOLOv8m · SH17 + APD · Baseline vs Extended (20 epochs)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detect Personal Protective Equipment (PPE) in images with a production-oriented stack.</a:t>
            </a:r>
          </a:p>
          <a:p>
            <a:pPr>
              <a:defRPr sz="1800"/>
            </a:pPr>
            <a:r>
              <a:t>Model: YOLOv8m initialized from COCO-pretrained weights, adapted to domain-specific classes.</a:t>
            </a:r>
          </a:p>
          <a:p>
            <a:pPr>
              <a:defRPr sz="1800"/>
            </a:pPr>
            <a:r>
              <a:t>Data: SH17 (17 PPE classes) as baseline; APD (Roboflow) merged in for Face-shield → 18 classes.</a:t>
            </a:r>
          </a:p>
          <a:p>
            <a:pPr>
              <a:defRPr sz="1800"/>
            </a:pPr>
            <a:r>
              <a:t>Training: unified script with TaskAlignedAssigner patches for stable MPS training.</a:t>
            </a:r>
          </a:p>
          <a:p>
            <a:pPr>
              <a:defRPr sz="1800"/>
            </a:pPr>
            <a:r>
              <a:t>Delivery: validation metrics (JSON), rubric comparison, FastAPI + JWT inference API,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Datasets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Sources</a:t>
            </a:r>
          </a:p>
          <a:p>
            <a:pPr>
              <a:spcBef>
                <a:spcPts val="400"/>
              </a:spcBef>
              <a:defRPr sz="1500"/>
            </a:pPr>
            <a:r>
              <a:t>SH17 — ~8.1k images, 17 classes, native YOLO boxes, CC BY 4.0.</a:t>
            </a:r>
          </a:p>
          <a:p>
            <a:pPr>
              <a:spcBef>
                <a:spcPts val="400"/>
              </a:spcBef>
              <a:defRPr sz="1500"/>
            </a:pPr>
            <a:r>
              <a:t>APD v22 — face shield + aligned classes; polygons and boxes.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Merge &amp; resize</a:t>
            </a:r>
          </a:p>
          <a:p>
            <a:pPr>
              <a:spcBef>
                <a:spcPts val="400"/>
              </a:spcBef>
              <a:defRPr sz="1500"/>
            </a:pPr>
            <a:r>
              <a:t>APD classes remapped to SH17 IDs; new class 17 = Face-shield.</a:t>
            </a:r>
          </a:p>
          <a:p>
            <a:pPr>
              <a:spcBef>
                <a:spcPts val="400"/>
              </a:spcBef>
              <a:defRPr sz="1500"/>
            </a:pPr>
            <a:r>
              <a:t>"Negative" APD classes (no mask, no shield, …) dropped.</a:t>
            </a:r>
          </a:p>
          <a:p>
            <a:pPr>
              <a:spcBef>
                <a:spcPts val="400"/>
              </a:spcBef>
              <a:defRPr sz="1500"/>
            </a:pPr>
            <a:r>
              <a:t>Polygon segments → axis-aligned boxes (min/max x,y), then YOLO-normalized.</a:t>
            </a:r>
          </a:p>
          <a:p>
            <a:pPr>
              <a:spcBef>
                <a:spcPts val="400"/>
              </a:spcBef>
              <a:defRPr sz="1500"/>
            </a:pPr>
            <a:r>
              <a:t>resize_dataset.py: longest side capped (--max-dim); boxes transformed</a:t>
            </a:r>
          </a:p>
          <a:p>
            <a:pPr>
              <a:spcBef>
                <a:spcPts val="400"/>
              </a:spcBef>
              <a:defRPr sz="1500"/>
            </a:pPr>
            <a:r>
              <a:t>  orig pixels → scaled pixels → re-normalized to new W×H.</a:t>
            </a:r>
          </a:p>
          <a:p>
            <a:pPr>
              <a:spcBef>
                <a:spcPts val="400"/>
              </a:spcBef>
              <a:defRPr sz="1500"/>
            </a:pPr>
            <a:r>
              <a:t>Resized roots: sh17_baseline_resized, merged_resized (YAML path: configs).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&amp; freezing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YOLOv8m: CSP-style backbone → PAN-FPN neck → decoupled detection head (classification + box regression).</a:t>
            </a:r>
          </a:p>
          <a:p>
            <a:pPr>
              <a:defRPr sz="1800"/>
            </a:pPr>
            <a:r>
              <a:t>Input during train/val: letterboxed RGB, effective size 640×640 → tensor shape N×3×640×640.</a:t>
            </a:r>
          </a:p>
          <a:p>
            <a:pPr>
              <a:defRPr sz="1800"/>
            </a:pPr>
            <a:r>
              <a:t>Head outputs: per-grid multi-scale predictions; decoded to boxes, scores, then NMS (IoU overlap).</a:t>
            </a:r>
          </a:p>
          <a:p>
            <a:pPr>
              <a:defRPr sz="1800"/>
            </a:pPr>
            <a:r>
              <a:t>This project: --freeze 22 → first 22 layers frozen; only the final detection head updates (Ultralytics API).</a:t>
            </a:r>
          </a:p>
          <a:p>
            <a:pPr>
              <a:defRPr sz="1800"/>
            </a:pPr>
            <a:r>
              <a:t>Rationale: tiny head-only adaptation on top of strong COCO features; faster training, less forgetting risk.</a:t>
            </a:r>
          </a:p>
          <a:p>
            <a:pPr>
              <a:defRPr sz="1800"/>
            </a:pPr>
            <a:r>
              <a:t>Augmentations toned down for stability: mosaic=0 (see train.py).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YOLO &amp;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How YOLO detects</a:t>
            </a:r>
          </a:p>
          <a:p>
            <a:pPr>
              <a:spcBef>
                <a:spcPts val="400"/>
              </a:spcBef>
              <a:defRPr sz="1500"/>
            </a:pPr>
            <a:r>
              <a:t>One-stage: one forward pass, multi-scale grid predictions.</a:t>
            </a:r>
          </a:p>
          <a:p>
            <a:pPr>
              <a:spcBef>
                <a:spcPts val="400"/>
              </a:spcBef>
              <a:defRPr sz="1500"/>
            </a:pPr>
            <a:r>
              <a:t>Per cell: class logits + box params (v8 uses DFL for boxes).</a:t>
            </a:r>
          </a:p>
          <a:p>
            <a:pPr>
              <a:spcBef>
                <a:spcPts val="400"/>
              </a:spcBef>
              <a:defRPr sz="1500"/>
            </a:pPr>
            <a:r>
              <a:t>TAL assigns training positives to ground truth.</a:t>
            </a:r>
          </a:p>
          <a:p>
            <a:pPr>
              <a:spcBef>
                <a:spcPts val="400"/>
              </a:spcBef>
              <a:defRPr sz="1500"/>
            </a:pPr>
            <a:r>
              <a:t>Composite loss: cls + box + distribution focal terms.</a:t>
            </a:r>
          </a:p>
          <a:p>
            <a:pPr>
              <a:spcBef>
                <a:spcPts val="400"/>
              </a:spcBef>
              <a:defRPr sz="1500"/>
            </a:pPr>
            <a:r>
              <a:t>Inference: score filter + NMS to deduplicate boxes.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This project’s fine-tune</a:t>
            </a:r>
          </a:p>
          <a:p>
            <a:pPr>
              <a:spcBef>
                <a:spcPts val="400"/>
              </a:spcBef>
              <a:defRPr sz="1500"/>
            </a:pPr>
            <a:r>
              <a:t>yolov8m.pt (COCO) → new head for 17 or 18 classes.</a:t>
            </a:r>
          </a:p>
          <a:p>
            <a:pPr>
              <a:spcBef>
                <a:spcPts val="400"/>
              </a:spcBef>
              <a:defRPr sz="1500"/>
            </a:pPr>
            <a:r>
              <a:t>lr0=0.01, cosine LR, batch 32, imgsz 640, AMP off, freeze=22.</a:t>
            </a:r>
          </a:p>
          <a:p>
            <a:pPr>
              <a:spcBef>
                <a:spcPts val="400"/>
              </a:spcBef>
              <a:defRPr sz="1500"/>
            </a:pPr>
            <a:r>
              <a:t>baseline_20ep: resized SH17 val; extended_20ep: merged 18-class val.</a:t>
            </a:r>
          </a:p>
          <a:p>
            <a:pPr>
              <a:spcBef>
                <a:spcPts val="400"/>
              </a:spcBef>
              <a:defRPr sz="1500"/>
            </a:pPr>
            <a:r>
              <a:t>Val every 5 epochs; mosaic=0 in train.py.</a:t>
            </a:r>
          </a:p>
          <a:p>
            <a:pPr>
              <a:spcBef>
                <a:spcPts val="400"/>
              </a:spcBef>
              <a:defRPr sz="1500"/>
            </a:pPr>
            <a:r>
              <a:t>Run train.py from repo root (tal_patch for MPS).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Pretrained: yolov8m.pt — COCO weights, evaluated on SH17 val for illustration (taxonomy mismatch).</a:t>
            </a:r>
          </a:p>
          <a:p>
            <a:pPr>
              <a:defRPr sz="1800"/>
            </a:pPr>
            <a:r>
              <a:t>baseline_20ep: best.pt — 17 SH17 classes, joint training on resized baseline split.</a:t>
            </a:r>
          </a:p>
          <a:p>
            <a:pPr>
              <a:defRPr sz="1800"/>
            </a:pPr>
            <a:r>
              <a:t>extended_20ep: best.pt — SH17 + APD merge, 18 classes including Face-shield.</a:t>
            </a:r>
          </a:p>
          <a:p>
            <a:pPr>
              <a:defRPr sz="1800"/>
            </a:pPr>
            <a:r>
              <a:t>Head output width scales with class count (more cls channels); backbone tensors unchanged (same 'm' width).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 metrics (same eval settings in JSON)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8412480" cy="134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33604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mAP@0.5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mAP@0.5:0.95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ms/img (pre/inf/post)</a:t>
                      </a:r>
                    </a:p>
                  </a:txBody>
                  <a:tcPr/>
                </a:tc>
              </a:tr>
              <a:tr h="3360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yolov8m.pt (COCO)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SH17 resized (17)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 / 19.90 / 13.82</a:t>
                      </a:r>
                    </a:p>
                  </a:txBody>
                  <a:tcPr/>
                </a:tc>
              </a:tr>
              <a:tr h="3360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baseline_20ep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SH17 resized (17)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 / 19.78 / 13.60</a:t>
                      </a:r>
                    </a:p>
                  </a:txBody>
                  <a:tcPr/>
                </a:tc>
              </a:tr>
              <a:tr h="33604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extended_20ep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Merged resized (18)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0.21 / 20.57 / 14.34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mAP@0.5 comparison (bar shapes) · Face-shield AP@0.5 (extended_20ep): 0.4016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COCO pretrained → SH17 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143000"/>
            <a:ext cx="510557" cy="32004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5389" y="10972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0.054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baseline_20ep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645920"/>
            <a:ext cx="4799648" cy="3200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4480" y="160020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0.505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extended_20ep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4903353" cy="320040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8185" y="210312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0.516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Images through YOLO (val / curated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COCO weights on PPE frame</a:t>
            </a:r>
          </a:p>
        </p:txBody>
      </p:sp>
      <p:pic>
        <p:nvPicPr>
          <p:cNvPr id="5" name="Picture 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420624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5943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baseline_20ep val batch</a:t>
            </a:r>
          </a:p>
        </p:txBody>
      </p:sp>
      <p:pic>
        <p:nvPicPr>
          <p:cNvPr id="7" name="Picture 6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20624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33375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extended_20ep val batch</a:t>
            </a:r>
          </a:p>
        </p:txBody>
      </p:sp>
      <p:pic>
        <p:nvPicPr>
          <p:cNvPr id="9" name="Picture 8" descr="val_batch0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657600"/>
            <a:ext cx="420624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3375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Extended fine-tuned sample</a:t>
            </a:r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57600"/>
            <a:ext cx="420624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Fine-tuning lifts mAP@0.5 from ~0.05 (misaligned COCO eval) to ~0.51 on domain val.</a:t>
            </a:r>
          </a:p>
          <a:p>
            <a:pPr>
              <a:defRPr sz="1800"/>
            </a:pPr>
            <a:r>
              <a:t>extended_20ep slightly improves overall mAP vs baseline_20ep on its 18-class val; Face-shield is learnable but still below a strict 0.65 rubric target.</a:t>
            </a:r>
          </a:p>
          <a:p>
            <a:pPr>
              <a:defRPr sz="1800"/>
            </a:pPr>
            <a:r>
              <a:t>Inference API: JWT, /predict/image, /predict/batch, /health, /metrics; Docker via docker-compose.</a:t>
            </a:r>
          </a:p>
          <a:p>
            <a:pPr>
              <a:defRPr sz="1800"/>
            </a:pPr>
            <a:r>
              <a:t>Regenerate metrics: python -m inference.infer … ; figures: python -m inference.sample_predictions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