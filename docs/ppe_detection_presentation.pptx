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PPE Detection with Fine-Tuned YOLOv8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SH17 + APD merge • Head-only fine-tuning • Evaluation &amp; API</a:t>
            </a:r>
          </a:p>
          <a:p>
            <a:r>
              <a:t>Python 3.11 • PyTorch 2.11 • Ultralytics 8.4.x • Apple 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Goal: detect personal protective equipment (PPE) end-to-end — data, training, metrics, API.</a:t>
            </a:r>
          </a:p>
          <a:p>
            <a:pPr>
              <a:spcAft>
                <a:spcPts val="600"/>
              </a:spcAft>
              <a:defRPr sz="1800"/>
            </a:pPr>
            <a:r>
              <a:t>Data: SH17 (17 classes) + APD v22 (Roboflow) → extended 18 classes (+ Face-shield).</a:t>
            </a:r>
          </a:p>
          <a:p>
            <a:pPr>
              <a:spcAft>
                <a:spcPts val="600"/>
              </a:spcAft>
              <a:defRPr sz="1800"/>
            </a:pPr>
            <a:r>
              <a:t>Preprocess: unify YOLO labels; resize longest side to 640; re-normalize every bbox.</a:t>
            </a:r>
          </a:p>
          <a:p>
            <a:pPr>
              <a:spcAft>
                <a:spcPts val="600"/>
              </a:spcAft>
              <a:defRPr sz="1800"/>
            </a:pPr>
            <a:r>
              <a:t>Model: YOLOv8m from COCO weights (yolov8m.pt).</a:t>
            </a:r>
          </a:p>
          <a:p>
            <a:pPr>
              <a:spcAft>
                <a:spcPts val="600"/>
              </a:spcAft>
              <a:defRPr sz="1800"/>
            </a:pPr>
            <a:r>
              <a:t>Training: --freeze 22 → train detection head only (backbone/neck frozen).</a:t>
            </a:r>
          </a:p>
          <a:p>
            <a:pPr>
              <a:spcAft>
                <a:spcPts val="600"/>
              </a:spcAft>
              <a:defRPr sz="1800"/>
            </a:pPr>
            <a:r>
              <a:t>Eval: inference.infer → mAP@0.5, mAP@0.5:0.95, P/R/F1, per-class AP50.</a:t>
            </a:r>
          </a:p>
          <a:p>
            <a:pPr>
              <a:spcAft>
                <a:spcPts val="600"/>
              </a:spcAft>
              <a:defRPr sz="1800"/>
            </a:pPr>
            <a:r>
              <a:t>Figures: inference.sample_predictions for val overlays (PPE-focused frames).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Datasets: SH17 and APD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SH17: 17 PPE classes (CC BY 4.0), YOLO format; splits via train_files.txt / val_files.txt.</a:t>
            </a:r>
          </a:p>
          <a:p>
            <a:pPr>
              <a:spcAft>
                <a:spcPts val="600"/>
              </a:spcAft>
              <a:defRPr sz="1800"/>
            </a:pPr>
            <a:r>
              <a:t>Classes 0–16: Person, Head, Face, Glasses, Face-mask-medical, Face-guard, Ear, Earmuffs, Hands, Gloves, Foot, Shoes, Safety-vest, Tools, Helmet, Medical-suit, Safety-suit.</a:t>
            </a:r>
          </a:p>
          <a:p>
            <a:pPr>
              <a:spcAft>
                <a:spcPts val="600"/>
              </a:spcAft>
              <a:defRPr sz="1800"/>
            </a:pPr>
            <a:r>
              <a:t>APD v22: 9 original classes; includes face shield, mask, gloves, person, earmuff, and four “no-*” absence classes.</a:t>
            </a:r>
          </a:p>
          <a:p>
            <a:pPr>
              <a:spcAft>
                <a:spcPts val="600"/>
              </a:spcAft>
              <a:defRPr sz="1800"/>
            </a:pPr>
            <a:r>
              <a:t>APD chosen to add Face-shield annotations compatible with SH17-style bbox labels.</a:t>
            </a:r>
          </a:p>
          <a:p>
            <a:pPr>
              <a:spcAft>
                <a:spcPts val="600"/>
              </a:spcAft>
              <a:defRPr sz="1800"/>
            </a:pPr>
            <a:r>
              <a:t>Scale (planning doc): ~8,099 SH17 images; ~5,324 APD images — merged counts depend on filters when running prepare_data.py.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 SH17 + APD (prepare_data.py)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Extended: SH17 train+val + APD train, valid, and APD test images merged into val.</a:t>
            </a:r>
          </a:p>
          <a:p>
            <a:pPr>
              <a:spcAft>
                <a:spcPts val="600"/>
              </a:spcAft>
              <a:defRPr sz="1800"/>
            </a:pPr>
            <a:r>
              <a:t>Prefixes avoid collisions: sh17_&lt;stem&gt;, apd_&lt;stem&gt;.</a:t>
            </a:r>
          </a:p>
          <a:p>
            <a:pPr>
              <a:spcAft>
                <a:spcPts val="600"/>
              </a:spcAft>
              <a:defRPr sz="1800"/>
            </a:pPr>
            <a:r>
              <a:t>SH17 labels: exactly 5 fields per line; class ∈ [0,16]; coords clamped to [0,1].</a:t>
            </a:r>
          </a:p>
          <a:p>
            <a:pPr>
              <a:spcAft>
                <a:spcPts val="600"/>
              </a:spcAft>
              <a:defRPr sz="1800"/>
            </a:pPr>
            <a:r>
              <a:t>APD remap: 0→Earmuffs(7), 1→Face-shield(17), 2→Gloves(9), 3→Face-mask-medical(4), 8→Person(0).</a:t>
            </a:r>
          </a:p>
          <a:p>
            <a:pPr>
              <a:spcAft>
                <a:spcPts val="600"/>
              </a:spcAft>
              <a:defRPr sz="1800"/>
            </a:pPr>
            <a:r>
              <a:t>Discard APD negative classes {4,5,6,7} (“no earmuff/shield/glove/mask”).</a:t>
            </a:r>
          </a:p>
          <a:p>
            <a:pPr>
              <a:spcAft>
                <a:spcPts val="600"/>
              </a:spcAft>
              <a:defRPr sz="1800"/>
            </a:pPr>
            <a:r>
              <a:t>Polygon lines (&gt;4 coords): axis-aligned bbox via min/max of vertices (~12.4% of APD lines).</a:t>
            </a:r>
          </a:p>
          <a:p>
            <a:pPr>
              <a:spcAft>
                <a:spcPts val="600"/>
              </a:spcAft>
              <a:defRPr sz="1800"/>
            </a:pPr>
            <a:r>
              <a:t>Outputs: data.yaml + merge_report.json (counts, skips, class distribution).</a:t>
            </a:r>
          </a:p>
          <a:p>
            <a:pPr>
              <a:spcAft>
                <a:spcPts val="600"/>
              </a:spcAft>
              <a:defRPr sz="1800"/>
            </a:pPr>
            <a:r>
              <a:t>Modes: --sh17-only (17-class baseline dir); --sample (50 SH17 + 20 APD per split, ordered).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Resize pipeline (resize_dataset.py)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Proportional resize: max(width, height) = max_dim (default 640); preserve aspect ratio.</a:t>
            </a:r>
          </a:p>
          <a:p>
            <a:pPr>
              <a:spcAft>
                <a:spcPts val="600"/>
              </a:spcAft>
              <a:defRPr sz="1800"/>
            </a:pPr>
            <a:r>
              <a:t>If already small enough: scale 1.0; else scale = max_dim / max(W_orig, H_orig).</a:t>
            </a:r>
          </a:p>
          <a:p>
            <a:pPr>
              <a:spcAft>
                <a:spcPts val="600"/>
              </a:spcAft>
              <a:defRPr sz="1800"/>
            </a:pPr>
            <a:r>
              <a:t>W_new = round(W_orig·s), H_new = round(H_orig·s); PIL LANCZOS; JPEG quality default 95; RGB.</a:t>
            </a:r>
          </a:p>
          <a:p>
            <a:pPr>
              <a:spcAft>
                <a:spcPts val="600"/>
              </a:spcAft>
              <a:defRPr sz="1800"/>
            </a:pPr>
            <a:r>
              <a:t>BBox math per box: denorm to orig pixels → multiply by s → re-normalize to W_new, H_new.</a:t>
            </a:r>
          </a:p>
          <a:p>
            <a:pPr>
              <a:spcAft>
                <a:spcPts val="600"/>
              </a:spcAft>
              <a:defRPr sz="1800"/>
            </a:pPr>
            <a:r>
              <a:t>Drop boxes with w or h &lt; 1e-4 after resize (tiny box filter).</a:t>
            </a:r>
          </a:p>
          <a:p>
            <a:pPr>
              <a:spcAft>
                <a:spcPts val="600"/>
              </a:spcAft>
              <a:defRPr sz="1800"/>
            </a:pPr>
            <a:r>
              <a:t>Training YAMLs: sh17_baseline_resized.yaml → data/sh17_baseline_resized; sh17_extended_resized.yaml → data/merged_resized.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YOLOv8m architecture &amp; freezing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Backbone: CSP-style feature extractor; Neck: FPN/PAN fusion; Head: decoupled, anchor-free, 3 scales (P3/P4/P5).</a:t>
            </a:r>
          </a:p>
          <a:p>
            <a:pPr>
              <a:spcAft>
                <a:spcPts val="600"/>
              </a:spcAft>
              <a:defRPr sz="1800"/>
            </a:pPr>
            <a:r>
              <a:t>At imgsz=640: stride 8/16/32 → grids ~80×80, 40×40, 20×20.</a:t>
            </a:r>
          </a:p>
          <a:p>
            <a:pPr>
              <a:spcAft>
                <a:spcPts val="600"/>
              </a:spcAft>
              <a:defRPr sz="1800"/>
            </a:pPr>
            <a:r>
              <a:t>Input tensor shape: B × 3 × 640 × 640.</a:t>
            </a:r>
          </a:p>
          <a:p>
            <a:pPr>
              <a:spcAft>
                <a:spcPts val="600"/>
              </a:spcAft>
              <a:defRPr sz="1800"/>
            </a:pPr>
            <a:r>
              <a:t>Each scale predicts dense box distributions + class logits; decode + NMS → final boxes.</a:t>
            </a:r>
          </a:p>
          <a:p>
            <a:pPr>
              <a:spcAft>
                <a:spcPts val="600"/>
              </a:spcAft>
              <a:defRPr sz="1800"/>
            </a:pPr>
            <a:r>
              <a:t>This project: model.train(..., freeze=22) — first 22 layers frozen; only head (tail) trains.</a:t>
            </a:r>
          </a:p>
          <a:p>
            <a:pPr>
              <a:spcAft>
                <a:spcPts val="600"/>
              </a:spcAft>
              <a:defRPr sz="1800"/>
            </a:pPr>
            <a:r>
              <a:t>Rationale: reuse COCO visual features; adapt class logits and regression for PPE taxonomy quickly.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YOLO trains here (losses &amp; recipe)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Box: IoU-style loss (e.g. CIoU) on decoded boxes + Distribution Focal Loss (DFL) on edge distributions.</a:t>
            </a:r>
          </a:p>
          <a:p>
            <a:pPr>
              <a:spcAft>
                <a:spcPts val="600"/>
              </a:spcAft>
              <a:defRPr sz="1800"/>
            </a:pPr>
            <a:r>
              <a:t>Classification: BCE-with-logits with task-aligned positive/negative assignment.</a:t>
            </a:r>
          </a:p>
          <a:p>
            <a:pPr>
              <a:spcAft>
                <a:spcPts val="600"/>
              </a:spcAft>
              <a:defRPr sz="1800"/>
            </a:pPr>
            <a:r>
              <a:t>TaskAlignedAssigner (TAL): matches preds to GT; repo patches TAL for MPS stability (training/tal_patch.py).</a:t>
            </a:r>
          </a:p>
          <a:p>
            <a:pPr>
              <a:spcAft>
                <a:spcPts val="600"/>
              </a:spcAft>
              <a:defRPr sz="1800"/>
            </a:pPr>
            <a:r>
              <a:t>Train via: python training/train.py from repo root (do not skip tal_patch).</a:t>
            </a:r>
          </a:p>
          <a:p>
            <a:pPr>
              <a:spcAft>
                <a:spcPts val="600"/>
              </a:spcAft>
              <a:defRPr sz="1800"/>
            </a:pPr>
            <a:r>
              <a:t>Hyperparameters (documented runs): yolov8m.pt, lr0=0.01, cos LR, batch 32, imgsz=640, workers 4, --no-amp on MPS.</a:t>
            </a:r>
          </a:p>
          <a:p>
            <a:pPr>
              <a:spcAft>
                <a:spcPts val="600"/>
              </a:spcAft>
              <a:defRPr sz="1800"/>
            </a:pPr>
            <a:r>
              <a:t>mosaic=0, close_mosaic=0; val every 5 epochs; max_det=100 for validation speed.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Checkpoints: pretrained vs baseline_20ep vs extended_20ep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Pretrained: yolov8m.pt (COCO, 80 classes) — before PPE adaptation.</a:t>
            </a:r>
          </a:p>
          <a:p>
            <a:pPr>
              <a:spcAft>
                <a:spcPts val="600"/>
              </a:spcAft>
              <a:defRPr sz="1800"/>
            </a:pPr>
            <a:r>
              <a:t>Note: evaluating pretrained with SH17 YAML does not yield meaningful “PPE” per-class names; use as before/after story.</a:t>
            </a:r>
          </a:p>
          <a:p>
            <a:pPr>
              <a:spcAft>
                <a:spcPts val="600"/>
              </a:spcAft>
              <a:defRPr sz="1800"/>
            </a:pPr>
            <a:r>
              <a:t>baseline_20ep: best.pt on sh17_baseline_resized (17 classes).</a:t>
            </a:r>
          </a:p>
          <a:p>
            <a:pPr>
              <a:spcAft>
                <a:spcPts val="600"/>
              </a:spcAft>
              <a:defRPr sz="1800"/>
            </a:pPr>
            <a:r>
              <a:t>extended_20ep: best.pt on sh17_extended_resized (18 classes, + Face-shield).</a:t>
            </a:r>
          </a:p>
          <a:p>
            <a:pPr>
              <a:spcAft>
                <a:spcPts val="600"/>
              </a:spcAft>
              <a:defRPr sz="1800"/>
            </a:pPr>
            <a:r>
              <a:t>Same training recipe; only dataset YAML / nc differs.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metrics (val, imgsz 640, conf 0.25, IoU 0.7)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Pretrained (yolov8m.pt on SH17 YAML): mAP@0.5 0.054, mAP@0.5:0.95 0.048, F1 ~0.052.</a:t>
            </a:r>
          </a:p>
          <a:p>
            <a:pPr>
              <a:spcAft>
                <a:spcPts val="600"/>
              </a:spcAft>
              <a:defRPr sz="1800"/>
            </a:pPr>
            <a:r>
              <a:t>baseline_20ep: mAP@0.5 0.505, mAP@0.5:0.95 0.322, P 0.556, R 0.421, F1 0.458.</a:t>
            </a:r>
          </a:p>
          <a:p>
            <a:pPr>
              <a:spcAft>
                <a:spcPts val="600"/>
              </a:spcAft>
              <a:defRPr sz="1800"/>
            </a:pPr>
            <a:r>
              <a:t>extended_20ep: mAP@0.5 0.516, mAP@0.5:0.95 0.326, P 0.568, R 0.423, F1 0.457.</a:t>
            </a:r>
          </a:p>
          <a:p>
            <a:pPr>
              <a:spcAft>
                <a:spcPts val="600"/>
              </a:spcAft>
              <a:defRPr sz="1800"/>
            </a:pPr>
            <a:r>
              <a:t>Face-shield (extended): AP@0.5 ≈ 0.40 (see results/extended_20ep/metrics_finetuned.json).</a:t>
            </a:r>
          </a:p>
          <a:p>
            <a:pPr>
              <a:spcAft>
                <a:spcPts val="600"/>
              </a:spcAft>
              <a:defRPr sz="1800"/>
            </a:pPr>
            <a:r>
              <a:t>Shared-class example deltas (AP50): Person 0.82→0.79, Face 0.20→0.19, Foot 0.36→0.29.</a:t>
            </a:r>
          </a:p>
          <a:p>
            <a:pPr>
              <a:spcAft>
                <a:spcPts val="600"/>
              </a:spcAft>
              <a:defRPr sz="1800"/>
            </a:pPr>
            <a:r>
              <a:t>Latency (ms/img, JSON speed): pretrained ~0.22/19.9/13.8 preprocess/infer/post; extended_20ep ~0.21/20.6/14.3.</a:t>
            </a:r>
          </a:p>
          <a:p>
            <a:pPr>
              <a:spcAft>
                <a:spcPts val="600"/>
              </a:spcAft>
              <a:defRPr sz="1800"/>
            </a:pPr>
            <a:r>
              <a:t>Figures: bar chart of per-class AP50 (17 shared + Face-shield); diagram B×3×640×640 → 80/40/20 grids.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Qualitative: images through YOLO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Script: python -m inference.sample_predictions --model &lt;weights&gt; --data &lt;yaml&gt; --project … --name …</a:t>
            </a:r>
          </a:p>
          <a:p>
            <a:pPr>
              <a:spcAft>
                <a:spcPts val="600"/>
              </a:spcAft>
              <a:defRPr sz="1800"/>
            </a:pPr>
            <a:r>
              <a:t>Selects val images with SH17 equipment ids 1–16 and/or Face-shield (17) on extended data.</a:t>
            </a:r>
          </a:p>
          <a:p>
            <a:pPr>
              <a:spcAft>
                <a:spcPts val="600"/>
              </a:spcAft>
              <a:defRPr sz="1800"/>
            </a:pPr>
            <a:r>
              <a:t>Compare side-by-side: pretrained (COCO labels) vs baseline vs extended on the same frame.</a:t>
            </a:r>
          </a:p>
          <a:p>
            <a:pPr>
              <a:spcAft>
                <a:spcPts val="600"/>
              </a:spcAft>
              <a:defRPr sz="1800"/>
            </a:pPr>
            <a:r>
              <a:t>Suggested output dirs: results/baseline/samples/*, results/extended/samples/*.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API, reproducibility,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FastAPI: POST /auth/token (JWT), /predict/image, /predict/batch; GET /health, /metrics.</a:t>
            </a:r>
          </a:p>
          <a:p>
            <a:pPr>
              <a:spcAft>
                <a:spcPts val="600"/>
              </a:spcAft>
              <a:defRPr sz="1800"/>
            </a:pPr>
            <a:r>
              <a:t>Docker: docker compose up --build (see README).</a:t>
            </a:r>
          </a:p>
          <a:p>
            <a:pPr>
              <a:spcAft>
                <a:spcPts val="600"/>
              </a:spcAft>
              <a:defRPr sz="1800"/>
            </a:pPr>
            <a:r>
              <a:t>Evaluation: python -m inference.infer --model … --data … --output …</a:t>
            </a:r>
          </a:p>
          <a:p>
            <a:pPr>
              <a:spcAft>
                <a:spcPts val="600"/>
              </a:spcAft>
              <a:defRPr sz="1800"/>
            </a:pPr>
            <a:r>
              <a:t>Rubric compare: python -m inference.compare (baseline vs extended JSON).</a:t>
            </a:r>
          </a:p>
          <a:p>
            <a:pPr>
              <a:spcAft>
                <a:spcPts val="600"/>
              </a:spcAft>
              <a:defRPr sz="1800"/>
            </a:pPr>
            <a:r>
              <a:t>Always train with python training/train.py so TAL patch applies on MPS.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